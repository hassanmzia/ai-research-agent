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Research Multi-Agent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CD4"/>
                </a:solidFill>
              </a:defRPr>
            </a:pPr>
            <a:r>
              <a:t>Technical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840480"/>
            <a:ext cx="1737360" cy="914400"/>
          </a:xfrm>
          <a:prstGeom prst="roundRect">
            <a:avLst/>
          </a:prstGeom>
          <a:solidFill>
            <a:srgbClr val="0F3D6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7320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</a:defRPr>
            </a:pPr>
            <a:r>
              <a:t>5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Multi-Agent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840480"/>
            <a:ext cx="1737360" cy="914400"/>
          </a:xfrm>
          <a:prstGeom prst="roundRect">
            <a:avLst/>
          </a:prstGeom>
          <a:solidFill>
            <a:srgbClr val="0F3D6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344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</a:defRPr>
            </a:pPr>
            <a:r>
              <a:t>10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344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AGI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3840480"/>
            <a:ext cx="1737360" cy="914400"/>
          </a:xfrm>
          <a:prstGeom prst="roundRect">
            <a:avLst/>
          </a:prstGeom>
          <a:solidFill>
            <a:srgbClr val="0F3D6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368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</a:defRPr>
            </a:pPr>
            <a:r>
              <a:t>7 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68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Docker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840480"/>
            <a:ext cx="1737360" cy="914400"/>
          </a:xfrm>
          <a:prstGeom prst="roundRect">
            <a:avLst/>
          </a:prstGeom>
          <a:solidFill>
            <a:srgbClr val="0F3D6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392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</a:defRPr>
            </a:pPr>
            <a: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392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840480"/>
            <a:ext cx="1737360" cy="914400"/>
          </a:xfrm>
          <a:prstGeom prst="roundRect">
            <a:avLst/>
          </a:prstGeom>
          <a:solidFill>
            <a:srgbClr val="0F3D6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416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</a:defRPr>
            </a:pPr>
            <a:r>
              <a:t>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416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Real-time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Django + React + Node.js + PostgreSQL + Redis + Celery + LangChain +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371600" cy="8229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USER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822960"/>
            <a:ext cx="31089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1565C0"/>
                </a:solidFill>
              </a:defRPr>
            </a:pPr>
            <a:r>
              <a:t>React 18 + TS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Tailwind CSS</a:t>
            </a:r>
            <a:br/>
            <a:r>
              <a:t>Zustand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822960"/>
            <a:ext cx="31089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1565C0"/>
                </a:solidFill>
              </a:defRPr>
            </a:pPr>
            <a:r>
              <a:t>10 Pages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Dashboard, Sessions</a:t>
            </a:r>
            <a:br/>
            <a:r>
              <a:t>Papers, Collections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822960"/>
            <a:ext cx="31089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1565C0"/>
                </a:solidFill>
              </a:defRPr>
            </a:pPr>
            <a:r>
              <a:t>Nginx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:3045</a:t>
            </a:r>
            <a:br/>
            <a:r>
              <a:t>Static + Proxy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1371600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2024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57C00"/>
                </a:solidFill>
              </a:defRPr>
            </a:pPr>
            <a:r>
              <a:t>Express.js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:3046</a:t>
            </a:r>
            <a:br/>
            <a:r>
              <a:t>JWT | Rate 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9100" y="192024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57C00"/>
                </a:solidFill>
              </a:defRPr>
            </a:pPr>
            <a:r>
              <a:t>HTTP Proxy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/api/* -&gt; backend</a:t>
            </a:r>
            <a:br/>
            <a:r>
              <a:t>Path Rewriting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92024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57C00"/>
                </a:solidFill>
              </a:defRPr>
            </a:pPr>
            <a:r>
              <a:t>WebSocket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/ws Real-time</a:t>
            </a:r>
            <a:br/>
            <a:r>
              <a:t>Session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9700" y="192024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57C00"/>
                </a:solidFill>
              </a:defRPr>
            </a:pPr>
            <a:r>
              <a:t>Redis Sub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Pub/Sub Channel</a:t>
            </a:r>
            <a:br/>
            <a:r>
              <a:t>research_updates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017520"/>
            <a:ext cx="137160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01752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Django 5.1 + DRF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:8045</a:t>
            </a:r>
            <a:br/>
            <a:r>
              <a:t>Gunicorn 4 workers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9100" y="301752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REST API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30+ Endpoints</a:t>
            </a:r>
            <a:br/>
            <a:r>
              <a:t>CRUD +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01752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MCP Server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JSON-RPC 2.0</a:t>
            </a:r>
            <a:br/>
            <a:r>
              <a:t>5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9700" y="3017520"/>
            <a:ext cx="23088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A2A Protocol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Agent Cards</a:t>
            </a:r>
            <a:br/>
            <a:r>
              <a:t>Task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114800"/>
            <a:ext cx="137160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MULTI-AGENT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11480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9C27B0"/>
                </a:solidFill>
              </a:defRPr>
            </a:pPr>
            <a:r>
              <a:t>Lead Supervisor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Orchestrator</a:t>
            </a:r>
            <a:br/>
            <a:r>
              <a:t>State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411480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9C27B0"/>
                </a:solidFill>
              </a:defRPr>
            </a:pPr>
            <a:r>
              <a:t>Planner Agent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GPT-4o-mini</a:t>
            </a:r>
            <a:br/>
            <a:r>
              <a:t>Query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11480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9C27B0"/>
                </a:solidFill>
              </a:defRPr>
            </a:pPr>
            <a:r>
              <a:t>Discovery Agent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ArXiv API</a:t>
            </a:r>
            <a:br/>
            <a:r>
              <a:t>Relevance Filter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11480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9C27B0"/>
                </a:solidFill>
              </a:defRPr>
            </a:pPr>
            <a:r>
              <a:t>Evaluation Agent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10-Param AGI</a:t>
            </a:r>
            <a:br/>
            <a:r>
              <a:t>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11480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9C27B0"/>
                </a:solidFill>
              </a:defRPr>
            </a:pPr>
            <a:r>
              <a:t>Synthesis Agent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Report Gen</a:t>
            </a:r>
            <a:br/>
            <a:r>
              <a:t>Markdown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212080"/>
            <a:ext cx="1371600" cy="8229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ASYNC 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21208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Celery Worker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Pipeline Tasks</a:t>
            </a:r>
            <a:br/>
            <a:r>
              <a:t>Async Execution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521208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Celery Beat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Scheduled Jobs</a:t>
            </a:r>
            <a:br/>
            <a:r>
              <a:t>Daily/Weekly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521208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Redis Publisher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Phase Changes</a:t>
            </a:r>
            <a:br/>
            <a:r>
              <a:t>Notifications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521208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OpenAI API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GPT-4o-mini</a:t>
            </a:r>
            <a:br/>
            <a:r>
              <a:t>LLM Calls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5212080"/>
            <a:ext cx="182880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ArXiv API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Paper Search</a:t>
            </a:r>
            <a:br/>
            <a:r>
              <a:t>export.arxiv.org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6126480"/>
            <a:ext cx="13716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6126480"/>
            <a:ext cx="31089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1976D2"/>
                </a:solidFill>
              </a:defRPr>
            </a:pPr>
            <a:r>
              <a:t>PostgreSQL 16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:5445</a:t>
            </a:r>
            <a:br/>
            <a:r>
              <a:t>8 Tables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6126480"/>
            <a:ext cx="31089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1976D2"/>
                </a:solidFill>
              </a:defRPr>
            </a:pPr>
            <a:r>
              <a:t>Redis 7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:6345</a:t>
            </a:r>
            <a:br/>
            <a:r>
              <a:t>Queue + Cache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6126480"/>
            <a:ext cx="3108960" cy="82296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1976D2"/>
                </a:solidFill>
              </a:defRPr>
            </a:pPr>
            <a:r>
              <a:t>Docker Volumes</a:t>
            </a:r>
          </a:p>
          <a:p>
            <a:pPr>
              <a:defRPr sz="800">
                <a:solidFill>
                  <a:srgbClr val="CCCCCC"/>
                </a:solidFill>
              </a:defRPr>
            </a:pPr>
            <a:r>
              <a:t>pgdata</a:t>
            </a:r>
            <a:br/>
            <a:r>
              <a:t>staticfiles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Multi-Agent Research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2004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Planner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22860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GPT-4o-mini generates: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Search keywords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ArXiv queries (AND logic)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Required terms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Category selection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Focus areas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914400"/>
            <a:ext cx="2743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743200" cy="32004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Discovery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743200" cy="22860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ArXiv API search: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Multiple targeted queries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Relevance sort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Progressive broadening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Deduplication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Relevance scoring &amp;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914400"/>
            <a:ext cx="2743200" cy="457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743200" cy="32004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Evaluation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2743200" cy="22860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10-Parameter AGI scoring: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LLM scores each paper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Weighted average (1-100)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Classification: High/Med/Low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Key innovations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Limitations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914400"/>
            <a:ext cx="2743200" cy="45720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743200" cy="32004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Synthesis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743200" cy="22860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Report generation: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Executive summary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Paper rankings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Score distribution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Methodology docs</a:t>
            </a:r>
          </a:p>
          <a:p>
            <a:pPr>
              <a:spcBef>
                <a:spcPts val="200"/>
              </a:spcBef>
              <a:defRPr sz="1000">
                <a:solidFill>
                  <a:srgbClr val="CCCCCC"/>
                </a:solidFill>
              </a:defRPr>
            </a:pPr>
            <a:r>
              <a:t>- Markdown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D4"/>
                </a:solidFill>
              </a:defRPr>
            </a:pPr>
            <a: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D4"/>
                </a:solidFill>
              </a:defRPr>
            </a:pPr>
            <a: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D4"/>
                </a:solidFill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</a:defRPr>
            </a:pPr>
            <a:r>
              <a:t>AGI Evaluation Parameters (Weighted)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Novel Problem Solving (15%)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663440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Few-Shot Learning (15%)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663440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Task Transfer (15%)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663440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Abstract Reasoning (12%)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4663440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Contextual Adaptation (10%)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66359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Multi-Rule Integration (10%)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166359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Generalization Efficiency (8%)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5166359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Meta-Learning (8%)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166359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World Modeling (4%)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5166359"/>
            <a:ext cx="2103120" cy="411480"/>
          </a:xfrm>
          <a:prstGeom prst="roundRect">
            <a:avLst/>
          </a:prstGeom>
          <a:solidFill>
            <a:srgbClr val="22335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Autonomous Goal Setting (3%)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Score: 90-100 Exceptional  |  70-89 High AGI  |  40-69 Medium  |  0-39 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Technology Stack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2194560" cy="4114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194560" cy="384048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React 18 + TypeScript 5.7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Vite 6.0 (Build)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Tailwind CSS 3.4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Zustand 5.0 (State)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Recharts (Visualization)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Axios (HTTP Client)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WebSocket (Real-time)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Lucide React (Icons)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822960"/>
            <a:ext cx="219456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280160"/>
            <a:ext cx="2194560" cy="384048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Node.js + Express 4.21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http-proxy-middleware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ws (WebSocket Server)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ioredis (Pub/Sub)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jsonwebtoken (JWT)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helmet (Security)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express-rate-limit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compression + morgan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822960"/>
            <a:ext cx="219456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2194560" cy="384048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Django 5.1 + DRF 3.15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SimpleJWT (Auth)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Celery 5.4 (Async)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Celery Beat (Scheduler)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LangChain 0.3.14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LangGraph 0.2.60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drf-spectacular (Docs)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Gunicorn (WSGI)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822960"/>
            <a:ext cx="2194560" cy="4114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/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280160"/>
            <a:ext cx="2194560" cy="384048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OpenAI GPT-4o-mini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LangChain + LangGraph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arxiv 2.1.3 (Discovery)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tenacity (Retry Logic)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MCP Protocol 1.2.0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A2A Protocol (Google)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10-Param AGI Framework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Relevance Scoring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822960"/>
            <a:ext cx="2194560" cy="4114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280160"/>
            <a:ext cx="2194560" cy="384048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Docker + Compose 3.9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PostgreSQL 16-alpine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Redis 7-alpine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Nginx (Reverse Proxy)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7 Docker Containers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Bridge Network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Health Checks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Volume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CD4"/>
                </a:solidFill>
              </a:defRPr>
            </a:pPr>
            <a:r>
              <a:t>Port Mapping:  Frontend :3045  |  Gateway :3046  |  Backend :8045  |  PostgreSQL :5445  |  Redis :6345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Request Flow: User to Research Results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User submits</a:t>
            </a:r>
            <a:br/>
            <a:r>
              <a:t>research objective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91440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React app sends</a:t>
            </a:r>
            <a:br/>
            <a:r>
              <a:t>POST /api/sessions/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91440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46304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Gateway validates JWT</a:t>
            </a:r>
            <a:br/>
            <a:r>
              <a:t>proxies to backend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914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6304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Django creates session</a:t>
            </a:r>
            <a:br/>
            <a:r>
              <a:t>launches Celery task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0" y="914400"/>
            <a:ext cx="457200" cy="4572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46304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Celery worker runs</a:t>
            </a:r>
            <a:br/>
            <a:r>
              <a:t>multi-agent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Pipeline phases:</a:t>
            </a:r>
            <a:br/>
            <a:r>
              <a:t>Plan -&gt; Discover -&gt;</a:t>
            </a:r>
            <a:br/>
            <a:r>
              <a:t>Evaluate -&gt; Synthesize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3474720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02336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Redis publishes</a:t>
            </a:r>
            <a:br/>
            <a:r>
              <a:t>phase updates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347472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02336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Gateway broadcasts</a:t>
            </a:r>
            <a:br/>
            <a:r>
              <a:t>via WebSocket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34747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02336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Frontend updates</a:t>
            </a:r>
            <a:br/>
            <a:r>
              <a:t>in real-time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0" y="347472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4023360"/>
            <a:ext cx="2011680" cy="13716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Results saved to</a:t>
            </a:r>
            <a:br/>
            <a:r>
              <a:t>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557784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Intelligent Paper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ArXiv API with targeted AND queries, relevance sorting, progressive broadening, and post-fetch relevance filtering with required term gating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822960"/>
            <a:ext cx="557784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10-Parameter AGI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7043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Comprehensive scoring framework: Novel Problem Solving, Few-Shot Learning, Task Transfer, Abstract Reasoning + 6 more weighted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5577840" cy="3200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Real-time Pipeline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8775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WebSocket-based live updates through Redis pub/sub. Users see each phase complete in real-time with agent activity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0280"/>
            <a:ext cx="5577840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MCP + A2A Protocol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8775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Model Context Protocol (JSON-RPC 2.0) with 5 tools and Google A2A agent-to-agent communication with agent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577840" cy="3200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Collections &amp; Organization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0507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User-curated paper collections across sessions. Add/remove papers, browse collection contents, public/private visibility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5577840" cy="32004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Scheduled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0507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Automated recurring research: daily, weekly, biweekly, monthly. Celery Beat scheduler with run tracking and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74920"/>
            <a:ext cx="557784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Multi-Format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2239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Export research reports as Markdown, JSON, CSV, PDF, or Excel. Full data preservation including evaluations and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074920"/>
            <a:ext cx="5577840" cy="3200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Interactive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5422392"/>
            <a:ext cx="5577840" cy="9144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Analytics with KPI cards, score distribution charts, papers by source, sessions over time, and top-performing papers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